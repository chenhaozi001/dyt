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大家好，我是做电话销售的。这次分享的不是高大上的 AI 理论，而是我用 AI 实实在在解决了三个每天都要干的麻烦事。全程只用一个工具——Cursor。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我们真正赚钱的动作是打电话，但很多时间花在了打电话之外：打完要复盘，打之前要准备话术，客户一问细节还得去翻知识库。这些事不做不行，做了又很耗时间。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我盘了一下手上的资源：CRM 销售记录、知识库网站、通话录音。这三样分别对应销售最关键的三个问题，我把它们和 AI 结合，做出了三个小工具。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我主要学了三件事：把 Cursor 用起来，哪怕不懂代码也能让它帮我做工具；搞懂了 RAG，就是让 AI 先查我们自己的资料再回答；学会了怎么把问题问清楚。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第一个也是我最想给大家看的——通话复盘助手。现场打开 Cursor 运行 call_review.py，把一段脱敏转写丢进去，它马上整理出客户需求、异议、我哪里做得不好、漏了哪些动作，甚至挑出违规话术。以前复盘一通要二十分钟，现在两分钟。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第二个，话术生成器。打电话前把客户在 CRM 里的情况告诉 AI，它就生成一整套话术：开场怎么说、三个卖点怎么讲、客户挑刺怎么接、最后该约什么。相当于每次打电话前都有个老销售帮我对稿。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第三个解决知识库难搜的问题。把常用文档脱敏后放进文件夹，用大白话问，它基于我们自己的资料回答，还告诉我出处。关键是只答资料里有的，查不到就老实说建议核实，不会瞎编坑我。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算笔账：这三件事加起来，我每天大概能省出一两个小时，拿去多打几通有效电话。而且复盘做细了话术也在变好，这是复利。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特别强调：这些数据涉及客户隐私和公司机密，我所有演示都是脱敏的，真实数据只在公司允许的环境里用。用 AI 提效的前提是安全合规，这条红线不能碰。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这套东西我整理成了模板，复制就能用，不需要会编程。如果只想试一个，建议从通话复盘开始。需要的同事会后找我。谢谢大家！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4E79"/>
                </a:solidFill>
                <a:latin typeface="Microsoft YaHei"/>
              </a:rPr>
              <a:t>从“凭经验”到“靠工具”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555F6B"/>
                </a:solidFill>
                <a:latin typeface="Microsoft YaHei"/>
              </a:rPr>
              <a:t>我用 Cursor + AI 提升电话销售效率的实践</a:t>
            </a:r>
          </a:p>
          <a:p>
            <a:pPr algn="ctr"/>
            <a:r>
              <a:rPr sz="2000">
                <a:solidFill>
                  <a:srgbClr val="555F6B"/>
                </a:solidFill>
                <a:latin typeface="Microsoft YaHei"/>
              </a:rPr>
              <a:t>分享人：XXX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YaHei"/>
              </a:rPr>
              <a:t>痛点：电话销售的“隐形时间黑洞”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34440"/>
            <a:ext cx="201168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22292F"/>
                </a:solidFill>
                <a:latin typeface="Microsoft YaHei"/>
              </a:rPr>
              <a:t>•  打完电话要手动复盘、记笔记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2292F"/>
                </a:solidFill>
                <a:latin typeface="Microsoft YaHei"/>
              </a:rPr>
              <a:t>•  每个客户打电话前要翻半天资料、想话术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2292F"/>
                </a:solidFill>
                <a:latin typeface="Microsoft YaHei"/>
              </a:rPr>
              <a:t>•  客户问产品细节，知识库要连 VPN、搜半天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YaHei"/>
              </a:rPr>
              <a:t>我手上有什么“原料”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34440"/>
            <a:ext cx="201168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22292F"/>
                </a:solidFill>
                <a:latin typeface="Microsoft YaHei"/>
              </a:rPr>
              <a:t>•  CRM 销售记录  →  时间该花在谁身上？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2292F"/>
                </a:solidFill>
                <a:latin typeface="Microsoft YaHei"/>
              </a:rPr>
              <a:t>•  知识库网站  →  客户问的我答得准吗？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2292F"/>
                </a:solidFill>
                <a:latin typeface="Microsoft YaHei"/>
              </a:rPr>
              <a:t>•  通话录音  →  我哪句话说错 / 说漏了？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2292F"/>
                </a:solidFill>
                <a:latin typeface="Microsoft YaHei"/>
              </a:rPr>
              <a:t>•  把这三样和 AI 结合，做成了三个小工具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YaHei"/>
              </a:rPr>
              <a:t>我的 AI 学习路径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34440"/>
            <a:ext cx="201168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22292F"/>
                </a:solidFill>
                <a:latin typeface="Microsoft YaHei"/>
              </a:rPr>
              <a:t>•  学会用 Cursor 跑脚本，用大白话让 AI 帮我做工具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2292F"/>
                </a:solidFill>
                <a:latin typeface="Microsoft YaHei"/>
              </a:rPr>
              <a:t>•  理解了关键概念 RAG：让 AI 先查资料再回答，不瞎编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2292F"/>
                </a:solidFill>
                <a:latin typeface="Microsoft YaHei"/>
              </a:rPr>
              <a:t>•  学会写“好提问”（Prompt），结果质量差别巨大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YaHei"/>
              </a:rPr>
              <a:t>成果一 · 通话复盘助手（现场演示）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34440"/>
            <a:ext cx="201168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22292F"/>
                </a:solidFill>
                <a:latin typeface="Microsoft YaHei"/>
              </a:rPr>
              <a:t>•  把录音转写丢进去，2 秒生成复盘表</a:t>
            </a:r>
          </a:p>
          <a:p>
            <a:pPr lvl="1">
              <a:spcAft>
                <a:spcPts val="1000"/>
              </a:spcAft>
            </a:pPr>
            <a:r>
              <a:rPr sz="1800" b="0">
                <a:solidFill>
                  <a:srgbClr val="555F6B"/>
                </a:solidFill>
                <a:latin typeface="Microsoft YaHei"/>
              </a:rPr>
              <a:t>–  自动提取：需求 / 预算 / 异议 / 下一步</a:t>
            </a:r>
          </a:p>
          <a:p>
            <a:pPr lvl="1">
              <a:spcAft>
                <a:spcPts val="1000"/>
              </a:spcAft>
            </a:pPr>
            <a:r>
              <a:rPr sz="1800" b="0">
                <a:solidFill>
                  <a:srgbClr val="555F6B"/>
                </a:solidFill>
                <a:latin typeface="Microsoft YaHei"/>
              </a:rPr>
              <a:t>–  话术诊断：哪里没接住、哪里该追问</a:t>
            </a:r>
          </a:p>
          <a:p>
            <a:pPr lvl="1">
              <a:spcAft>
                <a:spcPts val="1000"/>
              </a:spcAft>
            </a:pPr>
            <a:r>
              <a:rPr sz="1800" b="0">
                <a:solidFill>
                  <a:srgbClr val="555F6B"/>
                </a:solidFill>
                <a:latin typeface="Microsoft YaHei"/>
              </a:rPr>
              <a:t>–  合规检查 + 金句沉淀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2292F"/>
                </a:solidFill>
                <a:latin typeface="Microsoft YaHei"/>
              </a:rPr>
              <a:t>•  复盘时间：20 分钟 → 2 分钟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YaHei"/>
              </a:rPr>
              <a:t>成果二 · 客户话术生成器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34440"/>
            <a:ext cx="201168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22292F"/>
                </a:solidFill>
                <a:latin typeface="Microsoft YaHei"/>
              </a:rPr>
              <a:t>•  输入客户画像，输出整通电话的话术</a:t>
            </a:r>
          </a:p>
          <a:p>
            <a:pPr lvl="1">
              <a:spcAft>
                <a:spcPts val="1000"/>
              </a:spcAft>
            </a:pPr>
            <a:r>
              <a:rPr sz="1800" b="0">
                <a:solidFill>
                  <a:srgbClr val="555F6B"/>
                </a:solidFill>
                <a:latin typeface="Microsoft YaHei"/>
              </a:rPr>
              <a:t>–  开场白 / 核心卖点 / 异议应对</a:t>
            </a:r>
          </a:p>
          <a:p>
            <a:pPr lvl="1">
              <a:spcAft>
                <a:spcPts val="1000"/>
              </a:spcAft>
            </a:pPr>
            <a:r>
              <a:rPr sz="1800" b="0">
                <a:solidFill>
                  <a:srgbClr val="555F6B"/>
                </a:solidFill>
                <a:latin typeface="Microsoft YaHei"/>
              </a:rPr>
              <a:t>–  该问的关键问题 + 跟进文案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2292F"/>
                </a:solidFill>
                <a:latin typeface="Microsoft YaHei"/>
              </a:rPr>
              <a:t>•  打电话前准备：翻半天 → 1 分钟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YaHei"/>
              </a:rPr>
              <a:t>成果三 · 知识库即问即答（RAG）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34440"/>
            <a:ext cx="201168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22292F"/>
                </a:solidFill>
                <a:latin typeface="Microsoft YaHei"/>
              </a:rPr>
              <a:t>•  用大白话问，AI 带着出处回答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2292F"/>
                </a:solidFill>
                <a:latin typeface="Microsoft YaHei"/>
              </a:rPr>
              <a:t>•  只答知识库里有的，查不到就说“建议核实”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2292F"/>
                </a:solidFill>
                <a:latin typeface="Microsoft YaHei"/>
              </a:rPr>
              <a:t>•  不用再连 VPN 翻文档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YaHei"/>
              </a:rPr>
              <a:t>量化成果（估算）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34440"/>
            <a:ext cx="201168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22292F"/>
                </a:solidFill>
                <a:latin typeface="Microsoft YaHei"/>
              </a:rPr>
              <a:t>•  单通电话复盘：20 分钟 → 2 分钟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2292F"/>
                </a:solidFill>
                <a:latin typeface="Microsoft YaHei"/>
              </a:rPr>
              <a:t>•  单个客户话术准备：15 分钟 → 1 分钟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2292F"/>
                </a:solidFill>
                <a:latin typeface="Microsoft YaHei"/>
              </a:rPr>
              <a:t>•  知识库查询：5 分钟 → 30 秒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2292F"/>
                </a:solidFill>
                <a:latin typeface="Microsoft YaHei"/>
              </a:rPr>
              <a:t>•  省下的时间 = 每天多打 N 通有效电话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YaHei"/>
              </a:rPr>
              <a:t>数据安全红线（重点）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34440"/>
            <a:ext cx="201168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22292F"/>
                </a:solidFill>
                <a:latin typeface="Microsoft YaHei"/>
              </a:rPr>
              <a:t>•  客户信息、录音、知识库 → 先脱敏再用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2292F"/>
                </a:solidFill>
                <a:latin typeface="Microsoft YaHei"/>
              </a:rPr>
              <a:t>•  优先用公司批准的工具和接口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2292F"/>
                </a:solidFill>
                <a:latin typeface="Microsoft YaHei"/>
              </a:rPr>
              <a:t>•  不把真实客户数据传到公网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YaHei"/>
              </a:rPr>
              <a:t>怎么复制给团队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34440"/>
            <a:ext cx="201168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22292F"/>
                </a:solidFill>
                <a:latin typeface="Microsoft YaHei"/>
              </a:rPr>
              <a:t>•  工具、Prompt 模板都整理好了，复制即用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2292F"/>
                </a:solidFill>
                <a:latin typeface="Microsoft YaHei"/>
              </a:rPr>
              <a:t>•  不需要会编程，会用 Cursor 就行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2292F"/>
                </a:solidFill>
                <a:latin typeface="Microsoft YaHei"/>
              </a:rPr>
              <a:t>•  建议先从“通话复盘”开始，见效最快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