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大家好，我是做电话销售的。这次分享我做的一个工具——通话复盘助手。它帮我把每通电话的复盘时间从二十分钟缩短到两分钟。全程用 Cursor 开发，部署成了一个网站，打开就能用。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我们赚钱靠打电话，但复盘不做又不行。手动复盘又慢又容易漏，好的话术也沉淀不下来。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我做了一个通话复盘助手，上传脱敏后的转写文件，几秒出结果。它从十个维度帮你复盘，而且待改进不只是说问题，还给你具体改法。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整个过程我用 Cursor 完成。不懂代码也能做，关键是把需求想清楚：复盘要分析什么、输出什么。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现场演示第一步：打开网站，上传一份脱敏的转写文件。支持 Excel，就是你们 CRM 导出的那种格式。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点分析后几秒出结果。有评分、客户画像、异议分类、待改进（带改法）、合规检查、金句。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这是工具真实输出的节选。它不只是列问题，还会引用原话、分类异议、给出具体改法。比如自动揪出「保证三天上线」这种过度承诺，并告诉你该怎么改。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算笔账：以前复盘一通二十分钟，现在两分钟。而且机器不会漏掉过度承诺这种坑。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强调一点：数据安全。所有演示都是脱敏的，公开链接不要传真实客户数据。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总结：我用 Cursor 做了通话复盘助手，已经部署上线。接下来现场演示。谢谢大家！（把最后一页的链接换成你自己的网址）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AI 学习成果分享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通话复盘助手</a:t>
            </a:r>
          </a:p>
          <a:p>
            <a:pPr algn="ctr"/>
            <a:r>
              <a:rPr sz="1600" b="0">
                <a:solidFill>
                  <a:srgbClr val="E8F1FB"/>
                </a:solidFill>
                <a:latin typeface="Microsoft YaHei"/>
              </a:rPr>
              <a:t>—— 用 Cursor 把复盘从 20 分钟缩短到 2 分钟</a:t>
            </a:r>
          </a:p>
          <a:p>
            <a:pPr algn="ctr"/>
            <a:r>
              <a:rPr sz="1600" b="0">
                <a:solidFill>
                  <a:srgbClr val="E8F1FB"/>
                </a:solidFill>
                <a:latin typeface="Microsoft YaHei"/>
              </a:rPr>
              <a:t>分享人：XXX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痛点：复盘是销售的「隐形时间黑洞」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打完一通电话，手动复盘、记笔记要 15-20 分钟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容易遗漏：客户异议没接住、过度承诺没发现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经验难沉淀：好的话术没人帮你提炼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一天打 20 通电话，光复盘就占掉大半天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我做了什么：通话复盘助手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用 Cursor 开发了一个网站，上传录音转写即可分析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自动输出 10 个维度的复盘表：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555F6B"/>
                </a:solidFill>
                <a:latin typeface="Microsoft YaHei"/>
              </a:rPr>
              <a:t>– 需求 / 预算 / 异议（含应对建议）/ 做得好的 / 待改进（含改法）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555F6B"/>
                </a:solidFill>
                <a:latin typeface="Microsoft YaHei"/>
              </a:rPr>
              <a:t>– 遗漏动作 / 下一步 / 合规检查 / 金句 / 评分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已部署上线，打开链接就能用，不用装软件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我的 AI 学习路径（用 Cursor）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用 Cursor 把想法变成能用的工具（不需要会编程）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学会整理需求：复盘要哪些维度、输出什么格式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部署成网站：免费平台一键上线，分享给同事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怎么用 · 第 1 步：打开网站，上传文件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上传页面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601200" cy="5400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555F6B"/>
                </a:solidFill>
                <a:latin typeface="Microsoft YaHei"/>
              </a:rPr>
              <a:t>打开你部署好的网址 → 拖入脱敏后的 Excel/CSV/txt → 点「开始分析」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怎么用 · 第 2 步：查看复盘结果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分析结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601200" cy="5400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555F6B"/>
                </a:solidFill>
                <a:latin typeface="Microsoft YaHei"/>
              </a:rPr>
              <a:t>几秒后自动生成结构化复盘，可下载 Markdown 保存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分析结果示例（真实输出节选）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05156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F4E79"/>
                </a:solidFill>
                <a:latin typeface="Microsoft YaHei"/>
              </a:rPr>
              <a:t>客户异议</a:t>
            </a:r>
          </a:p>
          <a:p>
            <a:r>
              <a:rPr sz="1300">
                <a:solidFill>
                  <a:srgbClr val="22292F"/>
                </a:solidFill>
                <a:latin typeface="Microsoft YaHei"/>
              </a:rPr>
              <a:t>【切换风险】客户原话：「切换影响营业」→ 建议：先 1 家店试点，老店照常开单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14600"/>
            <a:ext cx="10728655" cy="1051560"/>
          </a:xfrm>
          <a:prstGeom prst="rect">
            <a:avLst/>
          </a:prstGeom>
          <a:solidFill>
            <a:srgbClr val="FF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F4E79"/>
                </a:solidFill>
                <a:latin typeface="Microsoft YaHei"/>
              </a:rPr>
              <a:t>待改进</a:t>
            </a:r>
          </a:p>
          <a:p>
            <a:r>
              <a:rPr sz="1300">
                <a:solidFill>
                  <a:srgbClr val="22292F"/>
                </a:solidFill>
                <a:latin typeface="Microsoft YaHei"/>
              </a:rPr>
              <a:t>❌「保证三天上线」→ 改为「通常 3-5 个工作日，视门店数量而定」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657600"/>
            <a:ext cx="10728655" cy="105156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F4E79"/>
                </a:solidFill>
                <a:latin typeface="Microsoft YaHei"/>
              </a:rPr>
              <a:t>合规检查</a:t>
            </a:r>
          </a:p>
          <a:p>
            <a:r>
              <a:rPr sz="1300">
                <a:solidFill>
                  <a:srgbClr val="22292F"/>
                </a:solidFill>
                <a:latin typeface="Microsoft YaHei"/>
              </a:rPr>
              <a:t>⚠️ 过度承诺风险：避免绝对化表述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728655" cy="1051560"/>
          </a:xfrm>
          <a:prstGeom prst="rect">
            <a:avLst/>
          </a:prstGeom>
          <a:solidFill>
            <a:srgbClr val="E8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920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F4E79"/>
                </a:solidFill>
                <a:latin typeface="Microsoft YaHei"/>
              </a:rPr>
              <a:t>下一步</a:t>
            </a:r>
          </a:p>
          <a:p>
            <a:r>
              <a:rPr sz="1300">
                <a:solidFill>
                  <a:srgbClr val="22292F"/>
                </a:solidFill>
                <a:latin typeface="Microsoft YaHei"/>
              </a:rPr>
              <a:t>48h 内发《平滑切换方案》+ 约下次 15 分钟演示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效果对比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复盘时间：20 分钟 → 2 分钟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自动发现过度承诺（如「保证三天上线」）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异议逐条分类 + 给出建议应对话术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可复用金句自动沉淀，团队共享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数据安全（分享必讲）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上传前必须脱敏：去掉真实姓名、电话、公司名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公开链接只传脱敏后的演示数据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真实录音只在公司允许的环境使用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Microsoft YaHei"/>
              </a:rPr>
              <a:t>总结 &amp; 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97280"/>
            <a:ext cx="18288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我做了一个工具：通话复盘助手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网址：[填入你的 Streamlit 链接]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接下来现场演示：上传一份文件，看分析结果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22292F"/>
                </a:solidFill>
                <a:latin typeface="Microsoft YaHei"/>
              </a:rPr>
              <a:t>• 欢迎大家扫码/收藏链接，会后试用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